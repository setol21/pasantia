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rPr sz="7200">
                <a:solidFill>
                  <a:srgbClr val="800040"/>
                </a:solidFill>
              </a:rPr>
              <a:t>RIPLEY</a:t>
            </a:r>
          </a:p>
          <a:p>
            <a:pPr algn="ctr">
              <a:defRPr sz="4800"/>
            </a:pPr>
            <a:r>
              <a:t>T30000</a:t>
            </a:r>
          </a:p>
          <a:p>
            <a:pPr algn="ctr">
              <a:defRPr sz="3600"/>
            </a:pPr>
            <a:r>
              <a:t>Oct 1st to Dec 31st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